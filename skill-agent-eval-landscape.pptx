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120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54864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业界 Skill/Agent 测评现状全景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686800" y="54864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FF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4阶段评测体系 · 框架对比 · 趋势判断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33172" y="594360"/>
            <a:ext cx="2834640" cy="6153912"/>
          </a:xfrm>
          <a:prstGeom prst="rect">
            <a:avLst/>
          </a:prstGeom>
          <a:solidFill>
            <a:srgbClr val="FEF0EF"/>
          </a:solidFill>
          <a:ln w="9525">
            <a:solidFill>
              <a:srgbClr val="D5D8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33172" y="594360"/>
            <a:ext cx="2834640" cy="365760"/>
          </a:xfrm>
          <a:prstGeom prst="rect">
            <a:avLst/>
          </a:prstGeom>
          <a:solidFill>
            <a:srgbClr val="EBEBEB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3172" y="594360"/>
            <a:ext cx="45720" cy="3657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3756" y="612648"/>
            <a:ext cx="2697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对应传统：单元测试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33756" y="786384"/>
            <a:ext cx="2697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验证最小单元结构正确性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33172" y="960120"/>
            <a:ext cx="2834640" cy="4572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2900" y="987552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 合规校验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342900" y="1508760"/>
            <a:ext cx="1051560" cy="246888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5240">
            <a:solidFill>
              <a:srgbClr val="C039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" y="1508760"/>
            <a:ext cx="1051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Adopt ✓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458468" y="1508760"/>
            <a:ext cx="14996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提交前 · 秒级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2900" y="1856232"/>
            <a:ext cx="2615184" cy="329184"/>
          </a:xfrm>
          <a:prstGeom prst="rect">
            <a:avLst/>
          </a:prstGeom>
          <a:solidFill>
            <a:srgbClr val="FADBD8"/>
          </a:solidFill>
          <a:ln w="9525">
            <a:solidFill>
              <a:srgbClr val="C039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1188" y="1874520"/>
            <a:ext cx="257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格式对不对？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42900" y="2276856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▌ 关键能力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2900" y="2523744"/>
            <a:ext cx="2615184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2900" y="2587752"/>
            <a:ext cx="2615184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Schema 格式自动校验（JSON/Pydantic）</a:t>
            </a:r>
            <a:endParaRPr lang="en-US" sz="95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触发规则精度测试（正/负样本分类）</a:t>
            </a:r>
            <a:endParaRPr lang="en-US" sz="95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文件引用完整性静态分析</a:t>
            </a:r>
            <a:endParaRPr lang="en-US" sz="95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安全/毒性内容扫描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195828" y="594360"/>
            <a:ext cx="2834640" cy="6153912"/>
          </a:xfrm>
          <a:prstGeom prst="rect">
            <a:avLst/>
          </a:prstGeom>
          <a:solidFill>
            <a:srgbClr val="F4F6F6"/>
          </a:solidFill>
          <a:ln w="9525">
            <a:solidFill>
              <a:srgbClr val="D5D8D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195828" y="594360"/>
            <a:ext cx="2834640" cy="365760"/>
          </a:xfrm>
          <a:prstGeom prst="rect">
            <a:avLst/>
          </a:prstGeom>
          <a:solidFill>
            <a:srgbClr val="EBEBEB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195828" y="594360"/>
            <a:ext cx="45720" cy="365760"/>
          </a:xfrm>
          <a:prstGeom prst="rect">
            <a:avLst/>
          </a:prstGeom>
          <a:solidFill>
            <a:srgbClr val="7F8C8D"/>
          </a:solidFill>
          <a:ln w="12700">
            <a:solidFill>
              <a:srgbClr val="7F8C8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96412" y="612648"/>
            <a:ext cx="2697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对应传统：集成测试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296412" y="786384"/>
            <a:ext cx="2697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验证组件协作与输出质量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3195828" y="960120"/>
            <a:ext cx="2834640" cy="457200"/>
          </a:xfrm>
          <a:prstGeom prst="rect">
            <a:avLst/>
          </a:prstGeom>
          <a:solidFill>
            <a:srgbClr val="7F8C8D"/>
          </a:solidFill>
          <a:ln w="12700">
            <a:solidFill>
              <a:srgbClr val="7F8C8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05556" y="987552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 离线评测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3305556" y="1508760"/>
            <a:ext cx="1051560" cy="246888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5240">
            <a:solidFill>
              <a:srgbClr val="27AE6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05556" y="1508760"/>
            <a:ext cx="1051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7AE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Adopt ✓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421124" y="1508760"/>
            <a:ext cx="14996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CI/CD · 分钟级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305556" y="1856232"/>
            <a:ext cx="2615184" cy="329184"/>
          </a:xfrm>
          <a:prstGeom prst="rect">
            <a:avLst/>
          </a:prstGeom>
          <a:solidFill>
            <a:srgbClr val="E5E8E8"/>
          </a:solidFill>
          <a:ln w="9525">
            <a:solidFill>
              <a:srgbClr val="7F8C8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23844" y="1874520"/>
            <a:ext cx="257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效果好不好？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305556" y="2276856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▌ 关键能力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305556" y="2523744"/>
            <a:ext cx="2615184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05556" y="2587752"/>
            <a:ext cx="2615184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确定性断言（接口可用、文件存在）</a:t>
            </a:r>
            <a:endParaRPr lang="en-US" sz="95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LLM-as-Judge 输出质量评分</a:t>
            </a:r>
            <a:endParaRPr lang="en-US" sz="95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轨迹分析（工具调用路径是否合理）</a:t>
            </a:r>
            <a:endParaRPr lang="en-US" sz="95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多维指标量化（成功率/步骤效率/幻觉率/Token成本）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158484" y="594360"/>
            <a:ext cx="2834640" cy="6153912"/>
          </a:xfrm>
          <a:prstGeom prst="rect">
            <a:avLst/>
          </a:prstGeom>
          <a:solidFill>
            <a:srgbClr val="EBF0F4"/>
          </a:solidFill>
          <a:ln w="9525">
            <a:solidFill>
              <a:srgbClr val="D5D8D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158484" y="594360"/>
            <a:ext cx="2834640" cy="365760"/>
          </a:xfrm>
          <a:prstGeom prst="rect">
            <a:avLst/>
          </a:prstGeom>
          <a:solidFill>
            <a:srgbClr val="EBEBEB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158484" y="594360"/>
            <a:ext cx="45720" cy="365760"/>
          </a:xfrm>
          <a:prstGeom prst="rect">
            <a:avLst/>
          </a:prstGeom>
          <a:solidFill>
            <a:srgbClr val="5D6D7E"/>
          </a:solidFill>
          <a:ln w="12700">
            <a:solidFill>
              <a:srgbClr val="5D6D7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59068" y="612648"/>
            <a:ext cx="2697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对应传统：预发验证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259068" y="786384"/>
            <a:ext cx="2697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真实环境小范围上线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6158484" y="960120"/>
            <a:ext cx="2834640" cy="457200"/>
          </a:xfrm>
          <a:prstGeom prst="rect">
            <a:avLst/>
          </a:prstGeom>
          <a:solidFill>
            <a:srgbClr val="5D6D7E"/>
          </a:solidFill>
          <a:ln w="12700">
            <a:solidFill>
              <a:srgbClr val="5D6D7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68212" y="987552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 灰度测试</a:t>
            </a:r>
            <a:endParaRPr lang="en-US" sz="1700" dirty="0"/>
          </a:p>
        </p:txBody>
      </p:sp>
      <p:sp>
        <p:nvSpPr>
          <p:cNvPr id="42" name="Shape 40"/>
          <p:cNvSpPr/>
          <p:nvPr/>
        </p:nvSpPr>
        <p:spPr>
          <a:xfrm>
            <a:off x="6268212" y="1508760"/>
            <a:ext cx="1051560" cy="246888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5240">
            <a:solidFill>
              <a:srgbClr val="E67E2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68212" y="1508760"/>
            <a:ext cx="1051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67E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Trial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7383780" y="1508760"/>
            <a:ext cx="14996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灰度发布前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6268212" y="1856232"/>
            <a:ext cx="2615184" cy="329184"/>
          </a:xfrm>
          <a:prstGeom prst="rect">
            <a:avLst/>
          </a:prstGeom>
          <a:solidFill>
            <a:srgbClr val="D5D8DC"/>
          </a:solidFill>
          <a:ln w="9525">
            <a:solidFill>
              <a:srgbClr val="5D6D7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286500" y="1874520"/>
            <a:ext cx="257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上线安全吗？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268212" y="2276856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▌ 关键能力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6268212" y="2523744"/>
            <a:ext cx="2615184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268212" y="2587752"/>
            <a:ext cx="2615184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Shadow 模式并行运行（不影响用户）</a:t>
            </a:r>
            <a:endParaRPr lang="en-US" sz="95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Canary 小流量放量（5%-10%）</a:t>
            </a:r>
            <a:endParaRPr lang="en-US" sz="95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Champion-Challenger 长期对照实验</a:t>
            </a:r>
            <a:endParaRPr lang="en-US" sz="95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生产分布数据捕获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9121140" y="594360"/>
            <a:ext cx="2834640" cy="6153912"/>
          </a:xfrm>
          <a:prstGeom prst="rect">
            <a:avLst/>
          </a:prstGeom>
          <a:solidFill>
            <a:srgbClr val="E8EDF2"/>
          </a:solidFill>
          <a:ln w="9525">
            <a:solidFill>
              <a:srgbClr val="D5D8DC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121140" y="594360"/>
            <a:ext cx="2834640" cy="365760"/>
          </a:xfrm>
          <a:prstGeom prst="rect">
            <a:avLst/>
          </a:prstGeom>
          <a:solidFill>
            <a:srgbClr val="EBEBEB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121140" y="594360"/>
            <a:ext cx="45720" cy="365760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221724" y="612648"/>
            <a:ext cx="2697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对应传统：线上监控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9221724" y="786384"/>
            <a:ext cx="2697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持续观测运行健康度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9121140" y="960120"/>
            <a:ext cx="2834640" cy="457200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230868" y="987552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 生产监控</a:t>
            </a:r>
            <a:endParaRPr lang="en-US" sz="1700" dirty="0"/>
          </a:p>
        </p:txBody>
      </p:sp>
      <p:sp>
        <p:nvSpPr>
          <p:cNvPr id="57" name="Shape 55"/>
          <p:cNvSpPr/>
          <p:nvPr/>
        </p:nvSpPr>
        <p:spPr>
          <a:xfrm>
            <a:off x="9230868" y="1508760"/>
            <a:ext cx="1051560" cy="246888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5240">
            <a:solidFill>
              <a:srgbClr val="8E44AD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230868" y="1508760"/>
            <a:ext cx="1051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E44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Trial→Adopt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10346436" y="1508760"/>
            <a:ext cx="14996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上线后持续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9230868" y="1856232"/>
            <a:ext cx="2615184" cy="329184"/>
          </a:xfrm>
          <a:prstGeom prst="rect">
            <a:avLst/>
          </a:prstGeom>
          <a:solidFill>
            <a:srgbClr val="C8D0DC"/>
          </a:solidFill>
          <a:ln w="9525">
            <a:solidFill>
              <a:srgbClr val="2C3E5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9249156" y="1874520"/>
            <a:ext cx="257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在漂移吗？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9230868" y="2276856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▌ 关键能力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9230868" y="2523744"/>
            <a:ext cx="2615184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9230868" y="2587752"/>
            <a:ext cx="2615184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触发精度/召回率实时告警</a:t>
            </a:r>
            <a:endParaRPr lang="en-US" sz="95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任务完成率周环比检测</a:t>
            </a:r>
            <a:endParaRPr lang="en-US" sz="95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用户满意度信号采集</a:t>
            </a:r>
            <a:endParaRPr lang="en-US" sz="95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输入分布漂移检测（KL散度）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2026-03-26T10:46:38Z</dcterms:created>
  <dcterms:modified xsi:type="dcterms:W3CDTF">2026-03-26T10:46:38Z</dcterms:modified>
</cp:coreProperties>
</file>