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457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开发流程：8 步从定义到生产演进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CC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 · 编写 · 合规校验 · 离线评测 · 生产监控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70305" y="475615"/>
            <a:ext cx="9996805" cy="751840"/>
          </a:xfrm>
          <a:prstGeom prst="rect">
            <a:avLst/>
          </a:prstGeom>
          <a:solidFill>
            <a:srgbClr val="FAFA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0305" y="1263650"/>
            <a:ext cx="8112125" cy="75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2051914"/>
            <a:ext cx="10881360" cy="751637"/>
          </a:xfrm>
          <a:prstGeom prst="rect">
            <a:avLst/>
          </a:prstGeom>
          <a:solidFill>
            <a:srgbClr val="FAFA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" y="2840126"/>
            <a:ext cx="10881360" cy="751637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0432" y="3628339"/>
            <a:ext cx="10881360" cy="751637"/>
          </a:xfrm>
          <a:prstGeom prst="rect">
            <a:avLst/>
          </a:prstGeom>
          <a:solidFill>
            <a:srgbClr val="FAFA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0432" y="4416552"/>
            <a:ext cx="10881360" cy="751637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432" y="5204765"/>
            <a:ext cx="10881360" cy="751637"/>
          </a:xfrm>
          <a:prstGeom prst="rect">
            <a:avLst/>
          </a:prstGeom>
          <a:solidFill>
            <a:srgbClr val="FAFAFA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5992978"/>
            <a:ext cx="10881360" cy="751637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" y="475488"/>
            <a:ext cx="960120" cy="751637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tx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" y="475488"/>
            <a:ext cx="960120" cy="751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开发前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定义阶段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8872" y="1263701"/>
            <a:ext cx="960120" cy="153985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" y="1263701"/>
            <a:ext cx="960120" cy="1539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开发期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编写阶段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8872" y="2840126"/>
            <a:ext cx="960120" cy="153985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" y="2840126"/>
            <a:ext cx="960120" cy="1539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合规校验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单元测试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8872" y="4416552"/>
            <a:ext cx="960120" cy="153985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" y="4416552"/>
            <a:ext cx="960120" cy="1539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离线评测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集成测试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8872" y="5992978"/>
            <a:ext cx="960120" cy="751637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" y="5992978"/>
            <a:ext cx="960120" cy="75163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生产监控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持续改进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408176" y="1015898"/>
            <a:ext cx="0" cy="5188306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61872" y="705002"/>
            <a:ext cx="292608" cy="292608"/>
          </a:xfrm>
          <a:prstGeom prst="ellipse">
            <a:avLst/>
          </a:prstGeom>
          <a:solidFill>
            <a:srgbClr val="8E44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61872" y="705002"/>
            <a:ext cx="292608" cy="292608"/>
          </a:xfrm>
          <a:prstGeom prst="rect">
            <a:avLst/>
          </a:prstGeom>
          <a:solidFill>
            <a:srgbClr val="C039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45920" y="530352"/>
            <a:ext cx="1920240" cy="641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定义成功标准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39312" y="557784"/>
            <a:ext cx="0" cy="58704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47315" y="557530"/>
            <a:ext cx="3726180" cy="641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将「成功」拆成 Outcome / Process / Style / Efficiency 四类，锚定后续所有 Eval 的评判基准，防止「凭感觉改」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261872" y="1493215"/>
            <a:ext cx="292608" cy="292608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61872" y="1493215"/>
            <a:ext cx="292608" cy="292608"/>
          </a:xfrm>
          <a:prstGeom prst="rect">
            <a:avLst/>
          </a:prstGeom>
          <a:solidFill>
            <a:srgbClr val="C039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45920" y="1318565"/>
            <a:ext cx="1920240" cy="641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 SKILL.md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39312" y="1345997"/>
            <a:ext cx="0" cy="58704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7325" y="1318260"/>
            <a:ext cx="3495040" cy="641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$skill-creator 生成 name + description，二者直接决定触发逻辑，是 Skill 的「公开契约」，写错则后续所有测试漂移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261872" y="2281428"/>
            <a:ext cx="292608" cy="292608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1872" y="2281428"/>
            <a:ext cx="292608" cy="292608"/>
          </a:xfrm>
          <a:prstGeom prst="rect">
            <a:avLst/>
          </a:prstGeom>
          <a:solidFill>
            <a:srgbClr val="C039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45920" y="2106778"/>
            <a:ext cx="1920240" cy="641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手动触发挖假设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39312" y="2134210"/>
            <a:ext cx="0" cy="58704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27325" y="2106930"/>
            <a:ext cx="3806190" cy="641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手动激活 Skill，主动暴露对环境、顺序、权限的隐含前提；每次手动修复 = 一条未来的自动化 Eval 用例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261872" y="3069641"/>
            <a:ext cx="292608" cy="292608"/>
          </a:xfrm>
          <a:prstGeom prst="ellipse">
            <a:avLst/>
          </a:prstGeom>
          <a:solidFill>
            <a:srgbClr val="D35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61872" y="3069641"/>
            <a:ext cx="292608" cy="292608"/>
          </a:xfrm>
          <a:prstGeom prst="rect">
            <a:avLst/>
          </a:prstGeom>
          <a:solidFill>
            <a:srgbClr val="C039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45920" y="2894990"/>
            <a:ext cx="1920240" cy="641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 prompt 集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39312" y="2922422"/>
            <a:ext cx="0" cy="58704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27325" y="2922270"/>
            <a:ext cx="3803015" cy="641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CSV 记录 10–20 条，覆盖显式触发 / 隐式触发 / 上下文变体 / 负向控制，验证触发精度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261872" y="3857854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61872" y="385785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645920" y="3683203"/>
            <a:ext cx="1920240" cy="641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确定性断言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39312" y="3710635"/>
            <a:ext cx="0" cy="58704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27325" y="3683000"/>
            <a:ext cx="3652520" cy="641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JSONL 事件流做程序化检查（文件存在？命令执行？序列正确？），快速可解释，最先发现回归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261872" y="4646066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61872" y="464606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645920" y="4471416"/>
            <a:ext cx="1920240" cy="641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LLM-as-Judge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39312" y="4498848"/>
            <a:ext cx="0" cy="58704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27325" y="4498975"/>
            <a:ext cx="3911600" cy="641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JSON Schema 约束 LLM 评判输出（passed / score / 说明），覆盖确定性规则无法判断的风格、结构、语义质量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261872" y="5434279"/>
            <a:ext cx="292608" cy="292608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61872" y="5434279"/>
            <a:ext cx="292608" cy="292608"/>
          </a:xfrm>
          <a:prstGeom prst="rect">
            <a:avLst/>
          </a:prstGeom>
          <a:solidFill>
            <a:srgbClr val="C0392B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645920" y="5259629"/>
            <a:ext cx="1920240" cy="641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</a:t>
            </a:r>
            <a:r>
              <a:rPr lang="zh-CN" alt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</a:t>
            </a:r>
            <a:endParaRPr lang="zh-CN" altLang="en-US" sz="11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3639312" y="5287061"/>
            <a:ext cx="0" cy="58704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33980" y="5232400"/>
            <a:ext cx="3739515" cy="641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950" dirty="0"/>
              <a:t>令次数（检死循环）、</a:t>
            </a:r>
            <a:r>
              <a:rPr lang="en-US" altLang="zh-CN" sz="950" dirty="0"/>
              <a:t>Token </a:t>
            </a:r>
            <a:r>
              <a:rPr lang="zh-CN" altLang="en-US" sz="950" dirty="0"/>
              <a:t>追踪（检</a:t>
            </a:r>
            <a:r>
              <a:rPr lang="en-US" altLang="zh-CN" sz="950" dirty="0"/>
              <a:t> prompt </a:t>
            </a:r>
            <a:r>
              <a:rPr lang="zh-CN" altLang="en-US" sz="950" dirty="0"/>
              <a:t>膨胀）、构建验证、权限回归</a:t>
            </a:r>
            <a:endParaRPr lang="zh-CN" alt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261872" y="6222492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261872" y="62224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645920" y="6047740"/>
            <a:ext cx="743585" cy="641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真实失败驱动演进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639312" y="6075274"/>
            <a:ext cx="0" cy="58704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33980" y="6020435"/>
            <a:ext cx="3896360" cy="641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线上每次回归反哺 prompt 数据集，形成「生产故障 → 补充 Eval 用例 → 防止复发」的持续改进飞轮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2088368" y="658368"/>
            <a:ext cx="0" cy="5903366"/>
          </a:xfrm>
          <a:prstGeom prst="line">
            <a:avLst/>
          </a:prstGeom>
          <a:noFill/>
          <a:ln w="19050">
            <a:solidFill>
              <a:srgbClr val="DDCCEE"/>
            </a:solidFill>
            <a:prstDash val="sysDash"/>
            <a:headEnd type="oval"/>
            <a:tailEnd type="oval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WPS 演示</Application>
  <PresentationFormat>On-screen Show (16:9)</PresentationFormat>
  <Paragraphs>67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Wingdings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赵慧娟</cp:lastModifiedBy>
  <cp:revision>2</cp:revision>
  <dcterms:created xsi:type="dcterms:W3CDTF">2026-03-26T11:44:00Z</dcterms:created>
  <dcterms:modified xsi:type="dcterms:W3CDTF">2026-03-26T12:00:40Z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CF695299655644E3BDB1628544989037_12</vt:lpwstr>
  </property>
</Properties>
</file>